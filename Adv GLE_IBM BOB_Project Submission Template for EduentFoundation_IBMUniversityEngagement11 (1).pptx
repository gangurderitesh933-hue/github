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90" r:id="rId2"/>
    <p:sldId id="291" r:id="rId3"/>
    <p:sldId id="292" r:id="rId4"/>
    <p:sldId id="293" r:id="rId5"/>
    <p:sldId id="294" r:id="rId6"/>
    <p:sldId id="296" r:id="rId7"/>
    <p:sldId id="297" r:id="rId8"/>
    <p:sldId id="299" r:id="rId9"/>
    <p:sldId id="301" r:id="rId10"/>
    <p:sldId id="302" r:id="rId11"/>
    <p:sldId id="304" r:id="rId12"/>
    <p:sldId id="305" r:id="rId13"/>
    <p:sldId id="306" r:id="rId14"/>
    <p:sldId id="307" r:id="rId15"/>
    <p:sldId id="308" r:id="rId16"/>
    <p:sldId id="309" r:id="rId17"/>
    <p:sldId id="310"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618198-C088-4D64-A3D8-3A82ED14212F}" v="31" dt="2026-07-29T14:58:08.329"/>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esh Gangurde" userId="1d7fc0ba2cd34dad" providerId="LiveId" clId="{337E71FD-99CF-4A46-8FBE-FA32B32A006D}"/>
    <pc:docChg chg="undo redo custSel addSld delSld modSld">
      <pc:chgData name="Ritesh Gangurde" userId="1d7fc0ba2cd34dad" providerId="LiveId" clId="{337E71FD-99CF-4A46-8FBE-FA32B32A006D}" dt="2026-07-29T17:40:09.893" v="476" actId="22"/>
      <pc:docMkLst>
        <pc:docMk/>
      </pc:docMkLst>
      <pc:sldChg chg="addSp delSp modSp mod">
        <pc:chgData name="Ritesh Gangurde" userId="1d7fc0ba2cd34dad" providerId="LiveId" clId="{337E71FD-99CF-4A46-8FBE-FA32B32A006D}" dt="2026-07-29T09:49:08.461" v="142" actId="1035"/>
        <pc:sldMkLst>
          <pc:docMk/>
          <pc:sldMk cId="952317876" sldId="291"/>
        </pc:sldMkLst>
        <pc:spChg chg="del">
          <ac:chgData name="Ritesh Gangurde" userId="1d7fc0ba2cd34dad" providerId="LiveId" clId="{337E71FD-99CF-4A46-8FBE-FA32B32A006D}" dt="2026-07-29T09:48:39.543" v="136" actId="478"/>
          <ac:spMkLst>
            <pc:docMk/>
            <pc:sldMk cId="952317876" sldId="291"/>
            <ac:spMk id="3" creationId="{B0B023FA-CFEB-ACE9-8425-7E72E307CDC5}"/>
          </ac:spMkLst>
        </pc:spChg>
        <pc:spChg chg="mod">
          <ac:chgData name="Ritesh Gangurde" userId="1d7fc0ba2cd34dad" providerId="LiveId" clId="{337E71FD-99CF-4A46-8FBE-FA32B32A006D}" dt="2026-07-29T09:45:26.591" v="93" actId="13926"/>
          <ac:spMkLst>
            <pc:docMk/>
            <pc:sldMk cId="952317876" sldId="291"/>
            <ac:spMk id="7" creationId="{3D723CA3-EC2D-165A-F109-3759C4E9C8A4}"/>
          </ac:spMkLst>
        </pc:spChg>
        <pc:graphicFrameChg chg="mod modGraphic">
          <ac:chgData name="Ritesh Gangurde" userId="1d7fc0ba2cd34dad" providerId="LiveId" clId="{337E71FD-99CF-4A46-8FBE-FA32B32A006D}" dt="2026-07-29T09:47:53.959" v="134" actId="20577"/>
          <ac:graphicFrameMkLst>
            <pc:docMk/>
            <pc:sldMk cId="952317876" sldId="291"/>
            <ac:graphicFrameMk id="96" creationId="{00000000-0000-0000-0000-000000000000}"/>
          </ac:graphicFrameMkLst>
        </pc:graphicFrameChg>
        <pc:picChg chg="add mod">
          <ac:chgData name="Ritesh Gangurde" userId="1d7fc0ba2cd34dad" providerId="LiveId" clId="{337E71FD-99CF-4A46-8FBE-FA32B32A006D}" dt="2026-07-29T09:49:08.461" v="142" actId="1035"/>
          <ac:picMkLst>
            <pc:docMk/>
            <pc:sldMk cId="952317876" sldId="291"/>
            <ac:picMk id="5" creationId="{D8397C0A-4777-4759-3813-BA9E65FCC3AF}"/>
          </ac:picMkLst>
        </pc:picChg>
        <pc:picChg chg="del">
          <ac:chgData name="Ritesh Gangurde" userId="1d7fc0ba2cd34dad" providerId="LiveId" clId="{337E71FD-99CF-4A46-8FBE-FA32B32A006D}" dt="2026-07-29T09:48:00.871" v="135" actId="478"/>
          <ac:picMkLst>
            <pc:docMk/>
            <pc:sldMk cId="952317876" sldId="291"/>
            <ac:picMk id="98" creationId="{00000000-0000-0000-0000-000000000000}"/>
          </ac:picMkLst>
        </pc:picChg>
      </pc:sldChg>
      <pc:sldChg chg="modSp mod">
        <pc:chgData name="Ritesh Gangurde" userId="1d7fc0ba2cd34dad" providerId="LiveId" clId="{337E71FD-99CF-4A46-8FBE-FA32B32A006D}" dt="2026-07-29T09:54:27.434" v="244" actId="20577"/>
        <pc:sldMkLst>
          <pc:docMk/>
          <pc:sldMk cId="261653373" sldId="292"/>
        </pc:sldMkLst>
        <pc:spChg chg="mod">
          <ac:chgData name="Ritesh Gangurde" userId="1d7fc0ba2cd34dad" providerId="LiveId" clId="{337E71FD-99CF-4A46-8FBE-FA32B32A006D}" dt="2026-07-29T09:54:27.434" v="244" actId="20577"/>
          <ac:spMkLst>
            <pc:docMk/>
            <pc:sldMk cId="261653373" sldId="292"/>
            <ac:spMk id="2" creationId="{C6F6745E-14BA-0766-CE1E-32E29663832D}"/>
          </ac:spMkLst>
        </pc:spChg>
      </pc:sldChg>
      <pc:sldChg chg="modSp mod">
        <pc:chgData name="Ritesh Gangurde" userId="1d7fc0ba2cd34dad" providerId="LiveId" clId="{337E71FD-99CF-4A46-8FBE-FA32B32A006D}" dt="2026-07-29T10:01:52.123" v="298" actId="1035"/>
        <pc:sldMkLst>
          <pc:docMk/>
          <pc:sldMk cId="619459906" sldId="293"/>
        </pc:sldMkLst>
        <pc:spChg chg="mod">
          <ac:chgData name="Ritesh Gangurde" userId="1d7fc0ba2cd34dad" providerId="LiveId" clId="{337E71FD-99CF-4A46-8FBE-FA32B32A006D}" dt="2026-07-29T10:01:52.123" v="298" actId="1035"/>
          <ac:spMkLst>
            <pc:docMk/>
            <pc:sldMk cId="619459906" sldId="293"/>
            <ac:spMk id="2" creationId="{4A1BF701-ABCA-4DF0-8330-B6AF71EF8E39}"/>
          </ac:spMkLst>
        </pc:spChg>
      </pc:sldChg>
      <pc:sldChg chg="modSp mod">
        <pc:chgData name="Ritesh Gangurde" userId="1d7fc0ba2cd34dad" providerId="LiveId" clId="{337E71FD-99CF-4A46-8FBE-FA32B32A006D}" dt="2026-07-29T10:17:44.407" v="309" actId="113"/>
        <pc:sldMkLst>
          <pc:docMk/>
          <pc:sldMk cId="443603904" sldId="294"/>
        </pc:sldMkLst>
        <pc:spChg chg="mod">
          <ac:chgData name="Ritesh Gangurde" userId="1d7fc0ba2cd34dad" providerId="LiveId" clId="{337E71FD-99CF-4A46-8FBE-FA32B32A006D}" dt="2026-07-29T10:17:44.407" v="309" actId="113"/>
          <ac:spMkLst>
            <pc:docMk/>
            <pc:sldMk cId="443603904" sldId="294"/>
            <ac:spMk id="3" creationId="{4A7608B5-9906-EFCF-959A-E89FC2E3EE19}"/>
          </ac:spMkLst>
        </pc:spChg>
      </pc:sldChg>
      <pc:sldChg chg="addSp delSp modSp del mod">
        <pc:chgData name="Ritesh Gangurde" userId="1d7fc0ba2cd34dad" providerId="LiveId" clId="{337E71FD-99CF-4A46-8FBE-FA32B32A006D}" dt="2026-07-29T10:21:17.043" v="337" actId="2696"/>
        <pc:sldMkLst>
          <pc:docMk/>
          <pc:sldMk cId="3114963633" sldId="295"/>
        </pc:sldMkLst>
        <pc:spChg chg="del mod">
          <ac:chgData name="Ritesh Gangurde" userId="1d7fc0ba2cd34dad" providerId="LiveId" clId="{337E71FD-99CF-4A46-8FBE-FA32B32A006D}" dt="2026-07-29T10:17:57.390" v="315"/>
          <ac:spMkLst>
            <pc:docMk/>
            <pc:sldMk cId="3114963633" sldId="295"/>
            <ac:spMk id="2" creationId="{9BB86949-7ED1-C43B-B1E3-5122BB67A596}"/>
          </ac:spMkLst>
        </pc:spChg>
        <pc:spChg chg="del">
          <ac:chgData name="Ritesh Gangurde" userId="1d7fc0ba2cd34dad" providerId="LiveId" clId="{337E71FD-99CF-4A46-8FBE-FA32B32A006D}" dt="2026-07-29T10:17:57.388" v="313" actId="478"/>
          <ac:spMkLst>
            <pc:docMk/>
            <pc:sldMk cId="3114963633" sldId="295"/>
            <ac:spMk id="9" creationId="{6FFF7BC6-93D0-8D42-34B7-C226B1B96C2D}"/>
          </ac:spMkLst>
        </pc:spChg>
        <pc:spChg chg="del">
          <ac:chgData name="Ritesh Gangurde" userId="1d7fc0ba2cd34dad" providerId="LiveId" clId="{337E71FD-99CF-4A46-8FBE-FA32B32A006D}" dt="2026-07-29T10:17:59.993" v="316" actId="478"/>
          <ac:spMkLst>
            <pc:docMk/>
            <pc:sldMk cId="3114963633" sldId="295"/>
            <ac:spMk id="10" creationId="{A6C81E80-ED7B-4240-A8EE-0221D9ACD900}"/>
          </ac:spMkLst>
        </pc:spChg>
        <pc:spChg chg="del">
          <ac:chgData name="Ritesh Gangurde" userId="1d7fc0ba2cd34dad" providerId="LiveId" clId="{337E71FD-99CF-4A46-8FBE-FA32B32A006D}" dt="2026-07-29T10:21:09.840" v="336" actId="478"/>
          <ac:spMkLst>
            <pc:docMk/>
            <pc:sldMk cId="3114963633" sldId="295"/>
            <ac:spMk id="135" creationId="{2A145802-2DD3-EEBA-7D44-210C05B98C91}"/>
          </ac:spMkLst>
        </pc:spChg>
        <pc:picChg chg="add del mod">
          <ac:chgData name="Ritesh Gangurde" userId="1d7fc0ba2cd34dad" providerId="LiveId" clId="{337E71FD-99CF-4A46-8FBE-FA32B32A006D}" dt="2026-07-29T10:19:57.809" v="328" actId="478"/>
          <ac:picMkLst>
            <pc:docMk/>
            <pc:sldMk cId="3114963633" sldId="295"/>
            <ac:picMk id="4" creationId="{57D91BE2-F4C0-19F4-9D9A-CF73E60C1BD5}"/>
          </ac:picMkLst>
        </pc:picChg>
        <pc:picChg chg="del">
          <ac:chgData name="Ritesh Gangurde" userId="1d7fc0ba2cd34dad" providerId="LiveId" clId="{337E71FD-99CF-4A46-8FBE-FA32B32A006D}" dt="2026-07-29T10:17:50.379" v="310" actId="478"/>
          <ac:picMkLst>
            <pc:docMk/>
            <pc:sldMk cId="3114963633" sldId="295"/>
            <ac:picMk id="5" creationId="{61F38907-89DE-28F7-316F-44E7DAB9309E}"/>
          </ac:picMkLst>
        </pc:picChg>
        <pc:picChg chg="add del mod">
          <ac:chgData name="Ritesh Gangurde" userId="1d7fc0ba2cd34dad" providerId="LiveId" clId="{337E71FD-99CF-4A46-8FBE-FA32B32A006D}" dt="2026-07-29T10:21:07.738" v="335" actId="478"/>
          <ac:picMkLst>
            <pc:docMk/>
            <pc:sldMk cId="3114963633" sldId="295"/>
            <ac:picMk id="7" creationId="{376CB130-2CB4-F438-4D33-1555642A8D39}"/>
          </ac:picMkLst>
        </pc:picChg>
      </pc:sldChg>
      <pc:sldChg chg="addSp delSp modSp mod">
        <pc:chgData name="Ritesh Gangurde" userId="1d7fc0ba2cd34dad" providerId="LiveId" clId="{337E71FD-99CF-4A46-8FBE-FA32B32A006D}" dt="2026-07-29T10:35:48.907" v="376" actId="14100"/>
        <pc:sldMkLst>
          <pc:docMk/>
          <pc:sldMk cId="1316545553" sldId="296"/>
        </pc:sldMkLst>
        <pc:picChg chg="add mod">
          <ac:chgData name="Ritesh Gangurde" userId="1d7fc0ba2cd34dad" providerId="LiveId" clId="{337E71FD-99CF-4A46-8FBE-FA32B32A006D}" dt="2026-07-29T10:35:48.907" v="376" actId="14100"/>
          <ac:picMkLst>
            <pc:docMk/>
            <pc:sldMk cId="1316545553" sldId="296"/>
            <ac:picMk id="4" creationId="{B14A1C18-5CCF-B80A-7621-1A446644A442}"/>
          </ac:picMkLst>
        </pc:picChg>
        <pc:picChg chg="del">
          <ac:chgData name="Ritesh Gangurde" userId="1d7fc0ba2cd34dad" providerId="LiveId" clId="{337E71FD-99CF-4A46-8FBE-FA32B32A006D}" dt="2026-07-29T10:20:46.562" v="331" actId="478"/>
          <ac:picMkLst>
            <pc:docMk/>
            <pc:sldMk cId="1316545553" sldId="296"/>
            <ac:picMk id="5" creationId="{5DC7512A-0AA7-CC22-D1D2-C738BF12660E}"/>
          </ac:picMkLst>
        </pc:picChg>
      </pc:sldChg>
      <pc:sldChg chg="addSp delSp modSp mod">
        <pc:chgData name="Ritesh Gangurde" userId="1d7fc0ba2cd34dad" providerId="LiveId" clId="{337E71FD-99CF-4A46-8FBE-FA32B32A006D}" dt="2026-07-29T10:22:18.983" v="346" actId="1076"/>
        <pc:sldMkLst>
          <pc:docMk/>
          <pc:sldMk cId="232371894" sldId="297"/>
        </pc:sldMkLst>
        <pc:picChg chg="add del">
          <ac:chgData name="Ritesh Gangurde" userId="1d7fc0ba2cd34dad" providerId="LiveId" clId="{337E71FD-99CF-4A46-8FBE-FA32B32A006D}" dt="2026-07-29T10:21:59.984" v="340" actId="22"/>
          <ac:picMkLst>
            <pc:docMk/>
            <pc:sldMk cId="232371894" sldId="297"/>
            <ac:picMk id="3" creationId="{4531825D-3924-10FC-D349-6B41C87445AE}"/>
          </ac:picMkLst>
        </pc:picChg>
        <pc:picChg chg="del">
          <ac:chgData name="Ritesh Gangurde" userId="1d7fc0ba2cd34dad" providerId="LiveId" clId="{337E71FD-99CF-4A46-8FBE-FA32B32A006D}" dt="2026-07-29T10:22:00.767" v="341" actId="478"/>
          <ac:picMkLst>
            <pc:docMk/>
            <pc:sldMk cId="232371894" sldId="297"/>
            <ac:picMk id="5" creationId="{433A290A-6680-D490-E6D4-9336496B1C34}"/>
          </ac:picMkLst>
        </pc:picChg>
        <pc:picChg chg="add mod">
          <ac:chgData name="Ritesh Gangurde" userId="1d7fc0ba2cd34dad" providerId="LiveId" clId="{337E71FD-99CF-4A46-8FBE-FA32B32A006D}" dt="2026-07-29T10:22:18.983" v="346" actId="1076"/>
          <ac:picMkLst>
            <pc:docMk/>
            <pc:sldMk cId="232371894" sldId="297"/>
            <ac:picMk id="6" creationId="{305328D8-21D4-2C7B-1068-72720FD6AC79}"/>
          </ac:picMkLst>
        </pc:picChg>
      </pc:sldChg>
      <pc:sldChg chg="del">
        <pc:chgData name="Ritesh Gangurde" userId="1d7fc0ba2cd34dad" providerId="LiveId" clId="{337E71FD-99CF-4A46-8FBE-FA32B32A006D}" dt="2026-07-29T10:22:55.898" v="347" actId="2696"/>
        <pc:sldMkLst>
          <pc:docMk/>
          <pc:sldMk cId="445195169" sldId="298"/>
        </pc:sldMkLst>
      </pc:sldChg>
      <pc:sldChg chg="modSp mod">
        <pc:chgData name="Ritesh Gangurde" userId="1d7fc0ba2cd34dad" providerId="LiveId" clId="{337E71FD-99CF-4A46-8FBE-FA32B32A006D}" dt="2026-07-29T10:26:05.623" v="353" actId="20577"/>
        <pc:sldMkLst>
          <pc:docMk/>
          <pc:sldMk cId="4000696967" sldId="299"/>
        </pc:sldMkLst>
        <pc:spChg chg="mod">
          <ac:chgData name="Ritesh Gangurde" userId="1d7fc0ba2cd34dad" providerId="LiveId" clId="{337E71FD-99CF-4A46-8FBE-FA32B32A006D}" dt="2026-07-29T10:26:05.623" v="353" actId="20577"/>
          <ac:spMkLst>
            <pc:docMk/>
            <pc:sldMk cId="4000696967" sldId="299"/>
            <ac:spMk id="3" creationId="{322462E8-EB3A-DA7D-44CB-4E757803A755}"/>
          </ac:spMkLst>
        </pc:spChg>
      </pc:sldChg>
      <pc:sldChg chg="del">
        <pc:chgData name="Ritesh Gangurde" userId="1d7fc0ba2cd34dad" providerId="LiveId" clId="{337E71FD-99CF-4A46-8FBE-FA32B32A006D}" dt="2026-07-29T10:26:19.832" v="354" actId="2696"/>
        <pc:sldMkLst>
          <pc:docMk/>
          <pc:sldMk cId="893417001" sldId="300"/>
        </pc:sldMkLst>
      </pc:sldChg>
      <pc:sldChg chg="addSp delSp modSp mod">
        <pc:chgData name="Ritesh Gangurde" userId="1d7fc0ba2cd34dad" providerId="LiveId" clId="{337E71FD-99CF-4A46-8FBE-FA32B32A006D}" dt="2026-07-29T10:29:31.374" v="366"/>
        <pc:sldMkLst>
          <pc:docMk/>
          <pc:sldMk cId="1429961814" sldId="301"/>
        </pc:sldMkLst>
        <pc:spChg chg="del mod">
          <ac:chgData name="Ritesh Gangurde" userId="1d7fc0ba2cd34dad" providerId="LiveId" clId="{337E71FD-99CF-4A46-8FBE-FA32B32A006D}" dt="2026-07-29T10:29:31.374" v="366"/>
          <ac:spMkLst>
            <pc:docMk/>
            <pc:sldMk cId="1429961814" sldId="301"/>
            <ac:spMk id="2" creationId="{CCA977A3-5FA0-8FF5-E1D1-86C9ED676512}"/>
          </ac:spMkLst>
        </pc:spChg>
        <pc:picChg chg="del">
          <ac:chgData name="Ritesh Gangurde" userId="1d7fc0ba2cd34dad" providerId="LiveId" clId="{337E71FD-99CF-4A46-8FBE-FA32B32A006D}" dt="2026-07-29T10:28:50.636" v="358" actId="478"/>
          <ac:picMkLst>
            <pc:docMk/>
            <pc:sldMk cId="1429961814" sldId="301"/>
            <ac:picMk id="4" creationId="{E430EE8C-8F89-5938-483F-00452050511A}"/>
          </ac:picMkLst>
        </pc:picChg>
        <pc:picChg chg="add mod">
          <ac:chgData name="Ritesh Gangurde" userId="1d7fc0ba2cd34dad" providerId="LiveId" clId="{337E71FD-99CF-4A46-8FBE-FA32B32A006D}" dt="2026-07-29T10:29:06.831" v="364" actId="1076"/>
          <ac:picMkLst>
            <pc:docMk/>
            <pc:sldMk cId="1429961814" sldId="301"/>
            <ac:picMk id="5" creationId="{DFD3FEB8-7D64-C6EB-FE98-1EC2CEDE981D}"/>
          </ac:picMkLst>
        </pc:picChg>
      </pc:sldChg>
      <pc:sldChg chg="addSp delSp modSp mod">
        <pc:chgData name="Ritesh Gangurde" userId="1d7fc0ba2cd34dad" providerId="LiveId" clId="{337E71FD-99CF-4A46-8FBE-FA32B32A006D}" dt="2026-07-29T10:33:21.434" v="374"/>
        <pc:sldMkLst>
          <pc:docMk/>
          <pc:sldMk cId="3585092305" sldId="302"/>
        </pc:sldMkLst>
        <pc:spChg chg="del mod">
          <ac:chgData name="Ritesh Gangurde" userId="1d7fc0ba2cd34dad" providerId="LiveId" clId="{337E71FD-99CF-4A46-8FBE-FA32B32A006D}" dt="2026-07-29T10:33:21.434" v="374"/>
          <ac:spMkLst>
            <pc:docMk/>
            <pc:sldMk cId="3585092305" sldId="302"/>
            <ac:spMk id="2" creationId="{9692D13D-6B69-03D8-BA22-587B943A2572}"/>
          </ac:spMkLst>
        </pc:spChg>
        <pc:picChg chg="add mod">
          <ac:chgData name="Ritesh Gangurde" userId="1d7fc0ba2cd34dad" providerId="LiveId" clId="{337E71FD-99CF-4A46-8FBE-FA32B32A006D}" dt="2026-07-29T10:33:20.669" v="372" actId="14100"/>
          <ac:picMkLst>
            <pc:docMk/>
            <pc:sldMk cId="3585092305" sldId="302"/>
            <ac:picMk id="4" creationId="{CD16F230-A663-FD27-973D-439C09EEBDC1}"/>
          </ac:picMkLst>
        </pc:picChg>
        <pc:picChg chg="del">
          <ac:chgData name="Ritesh Gangurde" userId="1d7fc0ba2cd34dad" providerId="LiveId" clId="{337E71FD-99CF-4A46-8FBE-FA32B32A006D}" dt="2026-07-29T10:33:01.934" v="367" actId="478"/>
          <ac:picMkLst>
            <pc:docMk/>
            <pc:sldMk cId="3585092305" sldId="302"/>
            <ac:picMk id="5" creationId="{146B9DE6-C4BB-B81B-528A-B8789445C3FE}"/>
          </ac:picMkLst>
        </pc:picChg>
      </pc:sldChg>
      <pc:sldChg chg="del">
        <pc:chgData name="Ritesh Gangurde" userId="1d7fc0ba2cd34dad" providerId="LiveId" clId="{337E71FD-99CF-4A46-8FBE-FA32B32A006D}" dt="2026-07-29T10:36:11.140" v="377" actId="2696"/>
        <pc:sldMkLst>
          <pc:docMk/>
          <pc:sldMk cId="2601907186" sldId="303"/>
        </pc:sldMkLst>
      </pc:sldChg>
      <pc:sldChg chg="modSp mod">
        <pc:chgData name="Ritesh Gangurde" userId="1d7fc0ba2cd34dad" providerId="LiveId" clId="{337E71FD-99CF-4A46-8FBE-FA32B32A006D}" dt="2026-07-29T10:39:15.472" v="407" actId="20577"/>
        <pc:sldMkLst>
          <pc:docMk/>
          <pc:sldMk cId="2325282270" sldId="304"/>
        </pc:sldMkLst>
        <pc:spChg chg="mod">
          <ac:chgData name="Ritesh Gangurde" userId="1d7fc0ba2cd34dad" providerId="LiveId" clId="{337E71FD-99CF-4A46-8FBE-FA32B32A006D}" dt="2026-07-29T10:39:15.472" v="407" actId="20577"/>
          <ac:spMkLst>
            <pc:docMk/>
            <pc:sldMk cId="2325282270" sldId="304"/>
            <ac:spMk id="3" creationId="{ED65F54F-855A-0DB6-09A6-3212C5F7405B}"/>
          </ac:spMkLst>
        </pc:spChg>
      </pc:sldChg>
      <pc:sldChg chg="modSp mod">
        <pc:chgData name="Ritesh Gangurde" userId="1d7fc0ba2cd34dad" providerId="LiveId" clId="{337E71FD-99CF-4A46-8FBE-FA32B32A006D}" dt="2026-07-29T14:58:04.284" v="475"/>
        <pc:sldMkLst>
          <pc:docMk/>
          <pc:sldMk cId="4040412275" sldId="305"/>
        </pc:sldMkLst>
        <pc:spChg chg="mod">
          <ac:chgData name="Ritesh Gangurde" userId="1d7fc0ba2cd34dad" providerId="LiveId" clId="{337E71FD-99CF-4A46-8FBE-FA32B32A006D}" dt="2026-07-29T14:58:04.284" v="475"/>
          <ac:spMkLst>
            <pc:docMk/>
            <pc:sldMk cId="4040412275" sldId="305"/>
            <ac:spMk id="279" creationId="{3711AF54-94A6-B837-31EF-9A8C4ECB9AF6}"/>
          </ac:spMkLst>
        </pc:spChg>
      </pc:sldChg>
      <pc:sldChg chg="modSp mod">
        <pc:chgData name="Ritesh Gangurde" userId="1d7fc0ba2cd34dad" providerId="LiveId" clId="{337E71FD-99CF-4A46-8FBE-FA32B32A006D}" dt="2026-07-29T11:40:35.741" v="419"/>
        <pc:sldMkLst>
          <pc:docMk/>
          <pc:sldMk cId="740028465" sldId="306"/>
        </pc:sldMkLst>
        <pc:spChg chg="mod">
          <ac:chgData name="Ritesh Gangurde" userId="1d7fc0ba2cd34dad" providerId="LiveId" clId="{337E71FD-99CF-4A46-8FBE-FA32B32A006D}" dt="2026-07-29T11:40:35.741" v="419"/>
          <ac:spMkLst>
            <pc:docMk/>
            <pc:sldMk cId="740028465" sldId="306"/>
            <ac:spMk id="279" creationId="{EAFA16CB-0A72-5AC5-69A0-ABF4A752B43F}"/>
          </ac:spMkLst>
        </pc:spChg>
      </pc:sldChg>
      <pc:sldChg chg="addSp delSp modSp mod">
        <pc:chgData name="Ritesh Gangurde" userId="1d7fc0ba2cd34dad" providerId="LiveId" clId="{337E71FD-99CF-4A46-8FBE-FA32B32A006D}" dt="2026-07-29T11:43:31.993" v="428" actId="14100"/>
        <pc:sldMkLst>
          <pc:docMk/>
          <pc:sldMk cId="2833482715" sldId="307"/>
        </pc:sldMkLst>
        <pc:picChg chg="del">
          <ac:chgData name="Ritesh Gangurde" userId="1d7fc0ba2cd34dad" providerId="LiveId" clId="{337E71FD-99CF-4A46-8FBE-FA32B32A006D}" dt="2026-07-29T11:42:04.209" v="420" actId="478"/>
          <ac:picMkLst>
            <pc:docMk/>
            <pc:sldMk cId="2833482715" sldId="307"/>
            <ac:picMk id="4" creationId="{AD88C341-1F2F-9B6F-593F-2917E7E23DCB}"/>
          </ac:picMkLst>
        </pc:picChg>
        <pc:picChg chg="add mod">
          <ac:chgData name="Ritesh Gangurde" userId="1d7fc0ba2cd34dad" providerId="LiveId" clId="{337E71FD-99CF-4A46-8FBE-FA32B32A006D}" dt="2026-07-29T11:43:31.993" v="428" actId="14100"/>
          <ac:picMkLst>
            <pc:docMk/>
            <pc:sldMk cId="2833482715" sldId="307"/>
            <ac:picMk id="5" creationId="{44EDFA8D-BF35-A60B-56E1-C4527C760B61}"/>
          </ac:picMkLst>
        </pc:picChg>
      </pc:sldChg>
      <pc:sldChg chg="addSp delSp modSp mod">
        <pc:chgData name="Ritesh Gangurde" userId="1d7fc0ba2cd34dad" providerId="LiveId" clId="{337E71FD-99CF-4A46-8FBE-FA32B32A006D}" dt="2026-07-29T11:45:00.744" v="466" actId="14100"/>
        <pc:sldMkLst>
          <pc:docMk/>
          <pc:sldMk cId="4175177701" sldId="308"/>
        </pc:sldMkLst>
        <pc:spChg chg="del mod">
          <ac:chgData name="Ritesh Gangurde" userId="1d7fc0ba2cd34dad" providerId="LiveId" clId="{337E71FD-99CF-4A46-8FBE-FA32B32A006D}" dt="2026-07-29T11:44:13.081" v="459"/>
          <ac:spMkLst>
            <pc:docMk/>
            <pc:sldMk cId="4175177701" sldId="308"/>
            <ac:spMk id="6" creationId="{C0D36B1A-26C2-CD55-1032-4CB5E4EDF305}"/>
          </ac:spMkLst>
        </pc:spChg>
        <pc:picChg chg="add del mod">
          <ac:chgData name="Ritesh Gangurde" userId="1d7fc0ba2cd34dad" providerId="LiveId" clId="{337E71FD-99CF-4A46-8FBE-FA32B32A006D}" dt="2026-07-29T11:44:57.544" v="464" actId="478"/>
          <ac:picMkLst>
            <pc:docMk/>
            <pc:sldMk cId="4175177701" sldId="308"/>
            <ac:picMk id="3" creationId="{361FE72A-8583-09D1-7AF8-36E40C401EDF}"/>
          </ac:picMkLst>
        </pc:picChg>
        <pc:picChg chg="del">
          <ac:chgData name="Ritesh Gangurde" userId="1d7fc0ba2cd34dad" providerId="LiveId" clId="{337E71FD-99CF-4A46-8FBE-FA32B32A006D}" dt="2026-07-29T11:43:44.573" v="429" actId="478"/>
          <ac:picMkLst>
            <pc:docMk/>
            <pc:sldMk cId="4175177701" sldId="308"/>
            <ac:picMk id="4" creationId="{099C3698-991D-7A38-C456-893C84C23FC9}"/>
          </ac:picMkLst>
        </pc:picChg>
        <pc:picChg chg="add mod">
          <ac:chgData name="Ritesh Gangurde" userId="1d7fc0ba2cd34dad" providerId="LiveId" clId="{337E71FD-99CF-4A46-8FBE-FA32B32A006D}" dt="2026-07-29T11:45:00.744" v="466" actId="14100"/>
          <ac:picMkLst>
            <pc:docMk/>
            <pc:sldMk cId="4175177701" sldId="308"/>
            <ac:picMk id="8" creationId="{0BA0A885-138A-6696-C925-37EC51BB73B4}"/>
          </ac:picMkLst>
        </pc:picChg>
      </pc:sldChg>
      <pc:sldChg chg="addSp delSp mod">
        <pc:chgData name="Ritesh Gangurde" userId="1d7fc0ba2cd34dad" providerId="LiveId" clId="{337E71FD-99CF-4A46-8FBE-FA32B32A006D}" dt="2026-07-29T17:40:09.893" v="476" actId="22"/>
        <pc:sldMkLst>
          <pc:docMk/>
          <pc:sldMk cId="1440137342" sldId="309"/>
        </pc:sldMkLst>
        <pc:picChg chg="add">
          <ac:chgData name="Ritesh Gangurde" userId="1d7fc0ba2cd34dad" providerId="LiveId" clId="{337E71FD-99CF-4A46-8FBE-FA32B32A006D}" dt="2026-07-29T17:40:09.893" v="476" actId="22"/>
          <ac:picMkLst>
            <pc:docMk/>
            <pc:sldMk cId="1440137342" sldId="309"/>
            <ac:picMk id="3" creationId="{A47B0879-2444-14DB-CA23-DCB1DB946593}"/>
          </ac:picMkLst>
        </pc:picChg>
        <pc:picChg chg="del">
          <ac:chgData name="Ritesh Gangurde" userId="1d7fc0ba2cd34dad" providerId="LiveId" clId="{337E71FD-99CF-4A46-8FBE-FA32B32A006D}" dt="2026-07-29T14:11:57.981" v="474" actId="478"/>
          <ac:picMkLst>
            <pc:docMk/>
            <pc:sldMk cId="1440137342" sldId="309"/>
            <ac:picMk id="310" creationId="{00000000-0000-0000-0000-000000000000}"/>
          </ac:picMkLst>
        </pc:picChg>
      </pc:sldChg>
      <pc:sldChg chg="add">
        <pc:chgData name="Ritesh Gangurde" userId="1d7fc0ba2cd34dad" providerId="LiveId" clId="{337E71FD-99CF-4A46-8FBE-FA32B32A006D}" dt="2026-07-29T14:11:52.897" v="473" actId="2890"/>
        <pc:sldMkLst>
          <pc:docMk/>
          <pc:sldMk cId="2431303497" sldId="31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a:extLst>
            <a:ext uri="{FF2B5EF4-FFF2-40B4-BE49-F238E27FC236}">
              <a16:creationId xmlns:a16="http://schemas.microsoft.com/office/drawing/2014/main" id="{70F5BB21-2792-AC72-FD7C-29A06129CCCD}"/>
            </a:ext>
          </a:extLst>
        </p:cNvPr>
        <p:cNvGrpSpPr/>
        <p:nvPr/>
      </p:nvGrpSpPr>
      <p:grpSpPr>
        <a:xfrm>
          <a:off x="0" y="0"/>
          <a:ext cx="0" cy="0"/>
          <a:chOff x="0" y="0"/>
          <a:chExt cx="0" cy="0"/>
        </a:xfrm>
      </p:grpSpPr>
      <p:sp>
        <p:nvSpPr>
          <p:cNvPr id="304" name="Google Shape;304;p20:notes">
            <a:extLst>
              <a:ext uri="{FF2B5EF4-FFF2-40B4-BE49-F238E27FC236}">
                <a16:creationId xmlns:a16="http://schemas.microsoft.com/office/drawing/2014/main" id="{2EB51BE5-FA95-A0CA-C6F8-A44228DAD6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a:extLst>
              <a:ext uri="{FF2B5EF4-FFF2-40B4-BE49-F238E27FC236}">
                <a16:creationId xmlns:a16="http://schemas.microsoft.com/office/drawing/2014/main" id="{44BE33BB-5A96-8874-7443-9C3B2BA7F9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1214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your-username/your-repository"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github.com/gangurderitesh933-hue/github"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22219534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sz="1800" dirty="0"/>
                    </a:p>
                    <a:p>
                      <a:pPr marL="0" marR="0" lvl="0" indent="0" algn="ctr" rtl="0">
                        <a:spcBef>
                          <a:spcPts val="0"/>
                        </a:spcBef>
                        <a:spcAft>
                          <a:spcPts val="0"/>
                        </a:spcAft>
                        <a:buNone/>
                      </a:pPr>
                      <a:r>
                        <a:rPr lang="en-US" sz="1800" dirty="0"/>
                        <a:t>Ritesh Vilas Gangurde</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sz="1800" dirty="0"/>
                    </a:p>
                    <a:p>
                      <a:pPr marL="0" marR="0" lvl="0" indent="0" algn="l" rtl="0">
                        <a:spcBef>
                          <a:spcPts val="0"/>
                        </a:spcBef>
                        <a:spcAft>
                          <a:spcPts val="0"/>
                        </a:spcAft>
                        <a:buNone/>
                      </a:pPr>
                      <a:r>
                        <a:rPr lang="en-IN" sz="1800" dirty="0"/>
                        <a:t>25_ritesh.gangurde@ges-coengg.org</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sz="1800" dirty="0"/>
                    </a:p>
                    <a:p>
                      <a:pPr marL="0" marR="0" lvl="0" indent="0" algn="ctr" rtl="0">
                        <a:spcBef>
                          <a:spcPts val="0"/>
                        </a:spcBef>
                        <a:spcAft>
                          <a:spcPts val="0"/>
                        </a:spcAft>
                        <a:buNone/>
                      </a:pPr>
                      <a:r>
                        <a:rPr lang="en-US" sz="1800" dirty="0"/>
                        <a:t>8468844072</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dirty="0">
                <a:highlight>
                  <a:srgbClr val="FFFF00"/>
                </a:highlight>
              </a:rPr>
              <a:t>AI Agent for Electricity Bill Fraud </a:t>
            </a:r>
            <a:r>
              <a:rPr lang="en-IN" sz="2400" dirty="0"/>
              <a:t>Detection </a:t>
            </a:r>
            <a:r>
              <a:rPr lang="en-US" sz="2400" b="1" dirty="0"/>
              <a:t>]</a:t>
            </a:r>
            <a:endParaRPr lang="en-IN" sz="2400" b="1" dirty="0"/>
          </a:p>
        </p:txBody>
      </p:sp>
      <p:pic>
        <p:nvPicPr>
          <p:cNvPr id="5" name="Picture 4">
            <a:extLst>
              <a:ext uri="{FF2B5EF4-FFF2-40B4-BE49-F238E27FC236}">
                <a16:creationId xmlns:a16="http://schemas.microsoft.com/office/drawing/2014/main" id="{D8397C0A-4777-4759-3813-BA9E65FCC3AF}"/>
              </a:ext>
            </a:extLst>
          </p:cNvPr>
          <p:cNvPicPr>
            <a:picLocks noChangeAspect="1"/>
          </p:cNvPicPr>
          <p:nvPr/>
        </p:nvPicPr>
        <p:blipFill>
          <a:blip r:embed="rId3"/>
          <a:stretch>
            <a:fillRect/>
          </a:stretch>
        </p:blipFill>
        <p:spPr>
          <a:xfrm>
            <a:off x="4032584" y="3576066"/>
            <a:ext cx="1052763" cy="1159293"/>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262979"/>
          </a:xfrm>
          <a:prstGeom prst="rect">
            <a:avLst/>
          </a:prstGeom>
          <a:noFill/>
        </p:spPr>
        <p:txBody>
          <a:bodyPr wrap="square" rtlCol="0">
            <a:spAutoFit/>
          </a:bodyPr>
          <a:lstStyle/>
          <a:p>
            <a:pPr fontAlgn="base"/>
            <a:r>
              <a:rPr lang="en-IN" b="1" dirty="0"/>
              <a:t>Problem Statement No.18 - AI Agent for Electricity Bill Fraud Detection</a:t>
            </a:r>
          </a:p>
          <a:p>
            <a:pPr fontAlgn="base"/>
            <a:r>
              <a:rPr lang="en-IN" b="1" dirty="0"/>
              <a:t>The Challenge</a:t>
            </a:r>
          </a:p>
          <a:p>
            <a:pPr fontAlgn="base"/>
            <a:r>
              <a:rPr lang="en-IN" dirty="0"/>
              <a:t>Electricity fraud and billing anomalies lead to major financial losses for power distribution companies. With thousands of consumers       and massive billing data, detecting suspicious consumption patterns manually is extremely difficult. Utilities need an intelligent AI system that can automatically </a:t>
            </a:r>
            <a:r>
              <a:rPr lang="en-IN" dirty="0" err="1"/>
              <a:t>analyze</a:t>
            </a:r>
            <a:r>
              <a:rPr lang="en-IN" dirty="0"/>
              <a:t> electricity usage data and identify potential fraud cases. </a:t>
            </a:r>
          </a:p>
          <a:p>
            <a:pPr fontAlgn="base"/>
            <a:endParaRPr lang="en-IN" dirty="0"/>
          </a:p>
          <a:p>
            <a:pPr fontAlgn="base"/>
            <a:r>
              <a:rPr lang="en-IN" b="1" dirty="0"/>
              <a:t>The Objective </a:t>
            </a:r>
          </a:p>
          <a:p>
            <a:pPr fontAlgn="base"/>
            <a:endParaRPr lang="en-IN" dirty="0"/>
          </a:p>
          <a:p>
            <a:pPr fontAlgn="base"/>
            <a:r>
              <a:rPr lang="en-IN" dirty="0"/>
              <a:t>Build an </a:t>
            </a:r>
            <a:r>
              <a:rPr lang="en-IN" b="1" dirty="0"/>
              <a:t>AI Agent for Electricity Bill Fraud Detection </a:t>
            </a:r>
            <a:r>
              <a:rPr lang="en-IN" dirty="0"/>
              <a:t>that </a:t>
            </a:r>
            <a:r>
              <a:rPr lang="en-IN" dirty="0" err="1"/>
              <a:t>analyzes</a:t>
            </a:r>
            <a:r>
              <a:rPr lang="en-IN" dirty="0"/>
              <a:t> electricity consumption and billing records to detect abnormal patterns and flag potential fraud cases.</a:t>
            </a:r>
          </a:p>
          <a:p>
            <a:pPr fontAlgn="base"/>
            <a:r>
              <a:rPr lang="en-IN" dirty="0"/>
              <a:t> The solution should:</a:t>
            </a:r>
          </a:p>
          <a:p>
            <a:pPr marL="342900" indent="-342900" fontAlgn="base">
              <a:buFont typeface="+mj-lt"/>
              <a:buAutoNum type="arabicPeriod"/>
            </a:pPr>
            <a:endParaRPr lang="en-IN" dirty="0"/>
          </a:p>
          <a:p>
            <a:pPr marL="342900" indent="-342900" fontAlgn="base">
              <a:buFont typeface="+mj-lt"/>
              <a:buAutoNum type="arabicPeriod"/>
            </a:pPr>
            <a:r>
              <a:rPr lang="en-IN" b="1" dirty="0"/>
              <a:t>Electricity Consumption Analysis</a:t>
            </a:r>
            <a:r>
              <a:rPr lang="en-IN" dirty="0"/>
              <a:t> – </a:t>
            </a:r>
            <a:r>
              <a:rPr lang="en-IN" dirty="0" err="1"/>
              <a:t>Analyze</a:t>
            </a:r>
            <a:r>
              <a:rPr lang="en-IN" dirty="0"/>
              <a:t> consumer electricity usage data to understand normal consumption </a:t>
            </a:r>
            <a:r>
              <a:rPr lang="en-IN" dirty="0" err="1"/>
              <a:t>behavior</a:t>
            </a:r>
            <a:r>
              <a:rPr lang="en-IN" dirty="0"/>
              <a:t> and                      trends. </a:t>
            </a:r>
          </a:p>
          <a:p>
            <a:pPr marL="342900" indent="-342900" fontAlgn="base">
              <a:buFont typeface="+mj-lt"/>
              <a:buAutoNum type="arabicPeriod"/>
            </a:pPr>
            <a:r>
              <a:rPr lang="en-IN" b="1" dirty="0"/>
              <a:t>Fraud Pattern Identification </a:t>
            </a:r>
            <a:r>
              <a:rPr lang="en-IN" dirty="0"/>
              <a:t>– Detect suspicious activities such as sudden drops in usage, unusual spikes, or inconsistencies between meter readings and billed units.</a:t>
            </a:r>
          </a:p>
          <a:p>
            <a:pPr marL="342900" indent="-342900" fontAlgn="base">
              <a:buFont typeface="+mj-lt"/>
              <a:buAutoNum type="arabicPeriod"/>
            </a:pPr>
            <a:r>
              <a:rPr lang="en-IN" b="1" dirty="0"/>
              <a:t>AI-Based Anomaly Detection</a:t>
            </a:r>
            <a:r>
              <a:rPr lang="en-IN" dirty="0"/>
              <a:t> – Automatically identify consumers whose usage patterns significantly deviate from normal historical </a:t>
            </a:r>
            <a:r>
              <a:rPr lang="en-IN" dirty="0" err="1"/>
              <a:t>behavior</a:t>
            </a:r>
            <a:r>
              <a:rPr lang="en-IN" dirty="0"/>
              <a:t>.</a:t>
            </a:r>
          </a:p>
          <a:p>
            <a:pPr marL="342900" indent="-342900" fontAlgn="base">
              <a:buFont typeface="+mj-lt"/>
              <a:buAutoNum type="arabicPeriod"/>
            </a:pPr>
            <a:r>
              <a:rPr lang="en-IN" b="1" dirty="0"/>
              <a:t>Explainable AI Insights</a:t>
            </a:r>
            <a:r>
              <a:rPr lang="en-IN" dirty="0"/>
              <a:t> – Provide clear explanations for why a particular consumer or electricity bill is flagged as suspicious.</a:t>
            </a:r>
          </a:p>
          <a:p>
            <a:pPr marL="342900" indent="-342900" fontAlgn="base">
              <a:buFont typeface="+mj-lt"/>
              <a:buAutoNum type="arabicPeriod"/>
            </a:pPr>
            <a:endParaRPr lang="en-IN" dirty="0"/>
          </a:p>
          <a:p>
            <a:pPr fontAlgn="base"/>
            <a:r>
              <a:rPr lang="en-IN" b="1" dirty="0"/>
              <a:t>Tech Stack (Mandatory)</a:t>
            </a:r>
          </a:p>
          <a:p>
            <a:pPr fontAlgn="base"/>
            <a:r>
              <a:rPr lang="en-IN" b="1" dirty="0"/>
              <a:t>          </a:t>
            </a:r>
            <a:r>
              <a:rPr lang="en-IN" dirty="0"/>
              <a:t>•    IBM </a:t>
            </a:r>
            <a:r>
              <a:rPr lang="en-IN" dirty="0" err="1"/>
              <a:t>Langflow</a:t>
            </a:r>
            <a:r>
              <a:rPr lang="en-IN" dirty="0"/>
              <a:t> / IBM Orchestrate + IBM Models </a:t>
            </a:r>
            <a:r>
              <a:rPr lang="en-US" dirty="0"/>
              <a:t>.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090062"/>
            <a:ext cx="10607040" cy="5693866"/>
          </a:xfrm>
          <a:prstGeom prst="rect">
            <a:avLst/>
          </a:prstGeom>
          <a:noFill/>
        </p:spPr>
        <p:txBody>
          <a:bodyPr wrap="square" rtlCol="0">
            <a:spAutoFit/>
          </a:bodyPr>
          <a:lstStyle/>
          <a:p>
            <a:pPr fontAlgn="base"/>
            <a:endParaRPr lang="en-US" b="1" dirty="0"/>
          </a:p>
          <a:p>
            <a:r>
              <a:rPr lang="en-IN" b="1" dirty="0"/>
              <a:t>AI-Powered Electricity Bill Fraud Detection Agent (Volt Guard AI)</a:t>
            </a:r>
          </a:p>
          <a:p>
            <a:endParaRPr lang="en-IN" dirty="0"/>
          </a:p>
          <a:p>
            <a:r>
              <a:rPr lang="en-IN" dirty="0"/>
              <a:t>The proposed solution is </a:t>
            </a:r>
            <a:r>
              <a:rPr lang="en-IN" b="1" dirty="0"/>
              <a:t>Volt Guard AI</a:t>
            </a:r>
            <a:r>
              <a:rPr lang="en-IN" dirty="0"/>
              <a:t>, an AI-powered Electricity Bill Fraud Detection Agent built using </a:t>
            </a:r>
            <a:r>
              <a:rPr lang="en-IN" b="1" dirty="0"/>
              <a:t>IBM BOB, IBM watsonx.ai, IBM </a:t>
            </a:r>
            <a:r>
              <a:rPr lang="en-IN" b="1" dirty="0" err="1"/>
              <a:t>Langflow</a:t>
            </a:r>
            <a:r>
              <a:rPr lang="en-IN" b="1" dirty="0"/>
              <a:t>/Orchestrate, and IBM Granite Models</a:t>
            </a:r>
            <a:r>
              <a:rPr lang="en-IN" dirty="0"/>
              <a:t>. The system is designed to help electricity distribution companies automatically detect suspicious electricity consumption patterns and billing anomalies. It </a:t>
            </a:r>
            <a:r>
              <a:rPr lang="en-IN" dirty="0" err="1"/>
              <a:t>analyzes</a:t>
            </a:r>
            <a:r>
              <a:rPr lang="en-IN" dirty="0"/>
              <a:t> current and historical electricity usage, meter readings, billed units, and field inspection observations to identify unusual </a:t>
            </a:r>
            <a:r>
              <a:rPr lang="en-IN" dirty="0" err="1"/>
              <a:t>behavior</a:t>
            </a:r>
            <a:r>
              <a:rPr lang="en-IN" dirty="0"/>
              <a:t> such as sudden drops or spikes in consumption, billing mismatches, and possible meter tampering. The solution consists of four intelligent agents: the </a:t>
            </a:r>
            <a:r>
              <a:rPr lang="en-IN" b="1" dirty="0"/>
              <a:t>Consumption Analysis Agent</a:t>
            </a:r>
            <a:r>
              <a:rPr lang="en-IN" dirty="0"/>
              <a:t> </a:t>
            </a:r>
            <a:r>
              <a:rPr lang="en-IN" dirty="0" err="1"/>
              <a:t>analyzes</a:t>
            </a:r>
            <a:r>
              <a:rPr lang="en-IN" dirty="0"/>
              <a:t> electricity usage trends, the </a:t>
            </a:r>
            <a:r>
              <a:rPr lang="en-IN" b="1" dirty="0"/>
              <a:t>Fraud Detection Agent</a:t>
            </a:r>
            <a:r>
              <a:rPr lang="en-IN" dirty="0"/>
              <a:t> identifies suspicious patterns and anomalies, the </a:t>
            </a:r>
            <a:r>
              <a:rPr lang="en-IN" b="1" dirty="0"/>
              <a:t>Risk Assessment Agent</a:t>
            </a:r>
            <a:r>
              <a:rPr lang="en-IN" dirty="0"/>
              <a:t> calculates a fraud risk score and provides explainable AI insights, and the </a:t>
            </a:r>
            <a:r>
              <a:rPr lang="en-IN" b="1" dirty="0"/>
              <a:t>Recommendation Agent</a:t>
            </a:r>
            <a:r>
              <a:rPr lang="en-IN" dirty="0"/>
              <a:t> suggests appropriate actions such as monitoring, field inspection, or detailed investigation. A simple </a:t>
            </a:r>
            <a:r>
              <a:rPr lang="en-IN" b="1" dirty="0"/>
              <a:t>React-based web interface</a:t>
            </a:r>
            <a:r>
              <a:rPr lang="en-IN" dirty="0"/>
              <a:t> allows utility officers to enter consumer details and instantly receive AI-generated fraud analysis, risk scores, explanations, and recommendations. IBM BOB orchestrates the workflow between the agents, while IBM Granite Models provide intelligent reasoning and natural language explanations. Overall, </a:t>
            </a:r>
            <a:r>
              <a:rPr lang="en-IN" b="1" dirty="0"/>
              <a:t>Volt Guard AI</a:t>
            </a:r>
            <a:r>
              <a:rPr lang="en-IN" dirty="0"/>
              <a:t> offers an efficient, accurate, and explainable solution that reduces manual effort, improves fraud detection, and helps power distribution companies minimize financial losses through early identification of suspicious electricity billing activities.</a:t>
            </a:r>
          </a:p>
          <a:p>
            <a:r>
              <a:rPr lang="en-IN" dirty="0"/>
              <a:t>The system can also </a:t>
            </a:r>
            <a:r>
              <a:rPr lang="en-IN" dirty="0" err="1"/>
              <a:t>analyze</a:t>
            </a:r>
            <a:r>
              <a:rPr lang="en-IN" dirty="0"/>
              <a:t> multiple consumer records simultaneously, making it suitable for large-scale utility operations. It maintains a history of previous analyses to help identify repeated suspicious </a:t>
            </a:r>
            <a:r>
              <a:rPr lang="en-IN" dirty="0" err="1"/>
              <a:t>behavior</a:t>
            </a:r>
            <a:r>
              <a:rPr lang="en-IN" dirty="0"/>
              <a:t> over time. The AI-generated reports are easy to understand, enabling utility officers to make faster and more informed decisions. The modular architecture allows new fraud detection rules and AI models to be integrated in the future without major system changes. The solution improves operational efficiency by reducing the time required for manual bill verification. It also supports data-driven decision-making by providing consistent and transparent fraud assessments. By combining AI-powered anomaly detection with explainable recommendations, </a:t>
            </a:r>
            <a:r>
              <a:rPr lang="en-IN" b="1" dirty="0"/>
              <a:t>Volt Guard AI</a:t>
            </a:r>
            <a:r>
              <a:rPr lang="en-IN" dirty="0"/>
              <a:t> enhances the reliability, accuracy, and effectiveness of electricity bill fraud detection for modern power distribution companies.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786199"/>
          </a:xfrm>
          <a:prstGeom prst="rect">
            <a:avLst/>
          </a:prstGeom>
          <a:noFill/>
        </p:spPr>
        <p:txBody>
          <a:bodyPr wrap="square" rtlCol="0">
            <a:spAutoFit/>
          </a:bodyPr>
          <a:lstStyle/>
          <a:p>
            <a:pPr marL="285750" indent="-285750">
              <a:buFont typeface="Arial" panose="020B0604020202020204" pitchFamily="34" charset="0"/>
              <a:buChar char="•"/>
            </a:pPr>
            <a:r>
              <a:rPr lang="en-IN" sz="1800" b="1" dirty="0"/>
              <a:t>IBM BOB Platform</a:t>
            </a:r>
            <a:r>
              <a:rPr lang="en-IN" sz="1800" dirty="0"/>
              <a:t> – Used to design and orchestrate the multi-agent workflow visually, enabling seamless coordination between the Consumption Analysis, Fraud Detection, Risk Assessment, and Recommendation agents.</a:t>
            </a:r>
          </a:p>
          <a:p>
            <a:pPr marL="285750" indent="-285750">
              <a:buFont typeface="Arial" panose="020B0604020202020204" pitchFamily="34" charset="0"/>
              <a:buChar char="•"/>
            </a:pPr>
            <a:r>
              <a:rPr lang="en-IN" sz="1800" b="1" dirty="0"/>
              <a:t>IBM Granite Model</a:t>
            </a:r>
            <a:r>
              <a:rPr lang="en-IN" sz="1800" dirty="0"/>
              <a:t> </a:t>
            </a:r>
            <a:r>
              <a:rPr lang="en-IN" sz="1800" i="1" dirty="0"/>
              <a:t>(e.g., ibm-granite-3-2-8b)</a:t>
            </a:r>
            <a:r>
              <a:rPr lang="en-IN" sz="1800" dirty="0"/>
              <a:t> – Used for natural language understanding, anomaly reasoning, explainable AI insights, fraud risk assessment, and generating human-readable recommendations. </a:t>
            </a:r>
          </a:p>
          <a:p>
            <a:pPr marL="285750" indent="-285750">
              <a:buFont typeface="Arial" panose="020B0604020202020204" pitchFamily="34" charset="0"/>
              <a:buChar char="•"/>
            </a:pPr>
            <a:r>
              <a:rPr lang="en-IN" sz="1800" b="1" dirty="0"/>
              <a:t>IBM Cloud</a:t>
            </a:r>
            <a:r>
              <a:rPr lang="en-IN" sz="1800" dirty="0"/>
              <a:t> – Provides </a:t>
            </a:r>
            <a:r>
              <a:rPr lang="en-IN" sz="1800" b="1" dirty="0"/>
              <a:t>a secure, reliable, and scalable </a:t>
            </a:r>
            <a:r>
              <a:rPr lang="en-IN" sz="1800" dirty="0"/>
              <a:t>cloud infrastructure for building, deploying, and managing the AI-powered Electricity Bill Fraud Detection Agent. </a:t>
            </a:r>
          </a:p>
          <a:p>
            <a:pPr marL="285750" indent="-285750">
              <a:buFont typeface="Arial" panose="020B0604020202020204" pitchFamily="34" charset="0"/>
              <a:buChar char="•"/>
            </a:pPr>
            <a:r>
              <a:rPr lang="en-IN" sz="1800" b="1" dirty="0"/>
              <a:t>IBM watsonx.ai</a:t>
            </a:r>
            <a:r>
              <a:rPr lang="en-IN" sz="1800" dirty="0"/>
              <a:t> – Used for AI model deployment, inference, prompt management, AI governance, and integrating IBM Granite Models into the application. </a:t>
            </a:r>
          </a:p>
          <a:p>
            <a:pPr marL="285750" indent="-285750">
              <a:buFont typeface="Arial" panose="020B0604020202020204" pitchFamily="34" charset="0"/>
              <a:buChar char="•"/>
            </a:pPr>
            <a:r>
              <a:rPr lang="en-IN" sz="1800" b="1" dirty="0"/>
              <a:t>RAG (Retrieval-Augmented Generation)</a:t>
            </a:r>
            <a:r>
              <a:rPr lang="en-IN" sz="1800" dirty="0"/>
              <a:t> – Retrieves relevant historical electricity consumption records, billing data, and utility knowledge before generating AI responses, making fraud detection more accurate and explainable. </a:t>
            </a:r>
          </a:p>
          <a:p>
            <a:pPr marL="285750" indent="-285750">
              <a:buFont typeface="Arial" panose="020B0604020202020204" pitchFamily="34" charset="0"/>
              <a:buChar char="•"/>
            </a:pPr>
            <a:r>
              <a:rPr lang="en-IN" sz="1800" b="1" dirty="0"/>
              <a:t>Vector Database (FAISS/Chroma)</a:t>
            </a:r>
            <a:r>
              <a:rPr lang="en-IN" sz="1800" dirty="0"/>
              <a:t> – Stores embeddings of historical electricity consumption patterns, billing records, and fraud cases to enable fast similarity search and efficient RAG-based retrieval. </a:t>
            </a:r>
          </a:p>
          <a:p>
            <a:pPr marL="285750" indent="-285750">
              <a:buFont typeface="Arial" panose="020B0604020202020204" pitchFamily="34" charset="0"/>
              <a:buChar char="•"/>
            </a:pPr>
            <a:r>
              <a:rPr lang="en-IN" sz="1800" b="1" dirty="0"/>
              <a:t>React.js</a:t>
            </a:r>
            <a:r>
              <a:rPr lang="en-IN" sz="1800" dirty="0"/>
              <a:t> – Used to build a lightweight, responsive, ChatGPT-style web interface for entering consumer data and displaying AI-generated fraud analysis.</a:t>
            </a: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B14A1C18-5CCF-B80A-7621-1A446644A442}"/>
              </a:ext>
            </a:extLst>
          </p:cNvPr>
          <p:cNvPicPr>
            <a:picLocks noChangeAspect="1"/>
          </p:cNvPicPr>
          <p:nvPr/>
        </p:nvPicPr>
        <p:blipFill>
          <a:blip r:embed="rId3"/>
          <a:stretch>
            <a:fillRect/>
          </a:stretch>
        </p:blipFill>
        <p:spPr>
          <a:xfrm>
            <a:off x="978568" y="944506"/>
            <a:ext cx="10555706" cy="5429764"/>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05328D8-21D4-2C7B-1068-72720FD6AC79}"/>
              </a:ext>
            </a:extLst>
          </p:cNvPr>
          <p:cNvPicPr>
            <a:picLocks noChangeAspect="1"/>
          </p:cNvPicPr>
          <p:nvPr/>
        </p:nvPicPr>
        <p:blipFill>
          <a:blip r:embed="rId2"/>
          <a:stretch>
            <a:fillRect/>
          </a:stretch>
        </p:blipFill>
        <p:spPr>
          <a:xfrm>
            <a:off x="567740" y="487516"/>
            <a:ext cx="11056519" cy="5882968"/>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970318"/>
          </a:xfrm>
          <a:prstGeom prst="rect">
            <a:avLst/>
          </a:prstGeom>
          <a:noFill/>
        </p:spPr>
        <p:txBody>
          <a:bodyPr wrap="square" rtlCol="0">
            <a:spAutoFit/>
          </a:bodyPr>
          <a:lstStyle/>
          <a:p>
            <a:r>
              <a:rPr lang="en-IN" b="1" dirty="0"/>
              <a:t>Role of Agentic AI in the Solution</a:t>
            </a:r>
          </a:p>
          <a:p>
            <a:r>
              <a:rPr lang="en-IN" dirty="0"/>
              <a:t>Agentic AI enables </a:t>
            </a:r>
            <a:r>
              <a:rPr lang="en-IN" b="1" dirty="0"/>
              <a:t>Volt Guard AI</a:t>
            </a:r>
            <a:r>
              <a:rPr lang="en-IN" dirty="0"/>
              <a:t> to function as an intelligent, autonomous fraud detection system rather than a simple data analysis tool. Using </a:t>
            </a:r>
            <a:r>
              <a:rPr lang="en-IN" b="1" dirty="0"/>
              <a:t>IBM BOB, IBM watsonx.ai, and IBM Granite Models</a:t>
            </a:r>
            <a:r>
              <a:rPr lang="en-IN" dirty="0"/>
              <a:t>, it coordinates multiple specialized agents to </a:t>
            </a:r>
            <a:r>
              <a:rPr lang="en-IN" dirty="0" err="1"/>
              <a:t>analyze</a:t>
            </a:r>
            <a:r>
              <a:rPr lang="en-IN" dirty="0"/>
              <a:t> electricity consumption data, detect anomalies, assess fraud risk, and generate explainable insights.</a:t>
            </a:r>
          </a:p>
          <a:p>
            <a:endParaRPr lang="en-IN" dirty="0"/>
          </a:p>
          <a:p>
            <a:r>
              <a:rPr lang="en-IN" dirty="0"/>
              <a:t>Each agent performs a specific task—such as </a:t>
            </a:r>
            <a:r>
              <a:rPr lang="en-IN" dirty="0" err="1"/>
              <a:t>analyzing</a:t>
            </a:r>
            <a:r>
              <a:rPr lang="en-IN" dirty="0"/>
              <a:t> consumption patterns, identifying suspicious billing </a:t>
            </a:r>
            <a:r>
              <a:rPr lang="en-IN" dirty="0" err="1"/>
              <a:t>behavior</a:t>
            </a:r>
            <a:r>
              <a:rPr lang="en-IN" dirty="0"/>
              <a:t>, calculating fraud risk scores, and recommending appropriate actions—while working collaboratively. This multi-agent architecture improves the accuracy, efficiency, and reliability of fraud detection.</a:t>
            </a:r>
          </a:p>
          <a:p>
            <a:endParaRPr lang="en-IN" dirty="0"/>
          </a:p>
          <a:p>
            <a:r>
              <a:rPr lang="en-IN" dirty="0"/>
              <a:t>Agentic AI also provides </a:t>
            </a:r>
            <a:r>
              <a:rPr lang="en-IN" b="1" dirty="0"/>
              <a:t>context awareness</a:t>
            </a:r>
            <a:r>
              <a:rPr lang="en-IN" dirty="0"/>
              <a:t> by considering historical electricity usage, meter readings, billed units, consumer category, and field inspection observations before making decisions. It continuously adapts its analysis as new billing data becomes available, enabling real-time fraud detection and monitoring.</a:t>
            </a:r>
          </a:p>
          <a:p>
            <a:r>
              <a:rPr lang="en-IN" dirty="0"/>
              <a:t>Additionally, the agents communicate with each other to combine their findings, ensuring more informed and transparent decision-making. Instead of simply flagging suspicious bills, the system provides clear explanations and actionable recommendations for utility officers.</a:t>
            </a:r>
          </a:p>
        </p:txBody>
      </p:sp>
    </p:spTree>
    <p:extLst>
      <p:ext uri="{BB962C8B-B14F-4D97-AF65-F5344CB8AC3E}">
        <p14:creationId xmlns:p14="http://schemas.microsoft.com/office/powerpoint/2010/main" val="4000696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DFD3FEB8-7D64-C6EB-FE98-1EC2CEDE981D}"/>
              </a:ext>
            </a:extLst>
          </p:cNvPr>
          <p:cNvPicPr>
            <a:picLocks noChangeAspect="1"/>
          </p:cNvPicPr>
          <p:nvPr/>
        </p:nvPicPr>
        <p:blipFill>
          <a:blip r:embed="rId3"/>
          <a:stretch>
            <a:fillRect/>
          </a:stretch>
        </p:blipFill>
        <p:spPr>
          <a:xfrm>
            <a:off x="409144" y="816977"/>
            <a:ext cx="11573018" cy="55245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CD16F230-A663-FD27-973D-439C09EEBDC1}"/>
              </a:ext>
            </a:extLst>
          </p:cNvPr>
          <p:cNvPicPr>
            <a:picLocks noChangeAspect="1"/>
          </p:cNvPicPr>
          <p:nvPr/>
        </p:nvPicPr>
        <p:blipFill>
          <a:blip r:embed="rId3"/>
          <a:stretch>
            <a:fillRect/>
          </a:stretch>
        </p:blipFill>
        <p:spPr>
          <a:xfrm>
            <a:off x="613622" y="816977"/>
            <a:ext cx="11282173" cy="5503612"/>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801314"/>
          </a:xfrm>
          <a:prstGeom prst="rect">
            <a:avLst/>
          </a:prstGeom>
          <a:noFill/>
        </p:spPr>
        <p:txBody>
          <a:bodyPr wrap="square" rtlCol="0">
            <a:spAutoFit/>
          </a:bodyPr>
          <a:lstStyle/>
          <a:p>
            <a:r>
              <a:rPr lang="en-IN" sz="1800" b="1" dirty="0"/>
              <a:t>Multi-Agent Intelligence</a:t>
            </a:r>
            <a:r>
              <a:rPr lang="en-IN" sz="1800" dirty="0"/>
              <a:t> – Instead of relying on a single AI model, multiple specialized agents collaborate to </a:t>
            </a:r>
            <a:r>
              <a:rPr lang="en-IN" sz="1800" dirty="0" err="1"/>
              <a:t>analyze</a:t>
            </a:r>
            <a:r>
              <a:rPr lang="en-IN" sz="1800" dirty="0"/>
              <a:t> consumption patterns, detect anomalies, assess fraud risk, and recommend appropriate actions. </a:t>
            </a:r>
          </a:p>
          <a:p>
            <a:r>
              <a:rPr lang="en-IN" sz="1800" b="1" dirty="0"/>
              <a:t>AI-Powered Anomaly Detection</a:t>
            </a:r>
            <a:r>
              <a:rPr lang="en-IN" sz="1800" dirty="0"/>
              <a:t> – Automatically identifies suspicious electricity usage patterns, billing inconsistencies, sudden consumption drops or spikes, and possible meter tampering using historical and current data. </a:t>
            </a:r>
          </a:p>
          <a:p>
            <a:r>
              <a:rPr lang="en-IN" sz="1800" b="1" dirty="0"/>
              <a:t>Explainable AI (XAI)</a:t>
            </a:r>
            <a:r>
              <a:rPr lang="en-IN" sz="1800" dirty="0"/>
              <a:t> – Rather than simply flagging a bill as suspicious, the system clearly explains the reasons behind each fraud risk score, making decisions transparent and easy for utility officers to understand. </a:t>
            </a:r>
            <a:r>
              <a:rPr lang="en-IN" sz="1800" b="1" dirty="0"/>
              <a:t>Context-Aware Analysis</a:t>
            </a:r>
            <a:r>
              <a:rPr lang="en-IN" sz="1800" dirty="0"/>
              <a:t> – Considers multiple factors such as historical electricity consumption, meter readings, billed units, consumer category, and field inspection observations to provide accurate and reliable fraud detection. </a:t>
            </a:r>
          </a:p>
          <a:p>
            <a:r>
              <a:rPr lang="en-IN" sz="1800" b="1" dirty="0"/>
              <a:t>Real-Time Fraud Assessment</a:t>
            </a:r>
            <a:r>
              <a:rPr lang="en-IN" sz="1800" dirty="0"/>
              <a:t> – Instantly </a:t>
            </a:r>
            <a:r>
              <a:rPr lang="en-IN" sz="1800" dirty="0" err="1"/>
              <a:t>analyzes</a:t>
            </a:r>
            <a:r>
              <a:rPr lang="en-IN" sz="1800" dirty="0"/>
              <a:t> newly entered billing data and generates fraud risk scores and recommendations, enabling faster decision-making and reducing manual effort. </a:t>
            </a:r>
          </a:p>
          <a:p>
            <a:r>
              <a:rPr lang="en-IN" sz="1800" b="1" dirty="0"/>
              <a:t>Actionable Recommendations</a:t>
            </a:r>
            <a:r>
              <a:rPr lang="en-IN" sz="1800" dirty="0"/>
              <a:t> – Provides practical suggestions such as routine monitoring, field inspection, detailed energy audits, or potential fraud investigations based on the detected risk level. </a:t>
            </a:r>
          </a:p>
          <a:p>
            <a:r>
              <a:rPr lang="en-IN" sz="1800" b="1" dirty="0"/>
              <a:t>Scalable and Enterprise-Ready</a:t>
            </a:r>
            <a:r>
              <a:rPr lang="en-IN" sz="1800" dirty="0"/>
              <a:t> – Built using </a:t>
            </a:r>
            <a:r>
              <a:rPr lang="en-IN" sz="1800" b="1" dirty="0"/>
              <a:t>IBM BOB, IBM watsonx.ai, IBM </a:t>
            </a:r>
            <a:r>
              <a:rPr lang="en-IN" sz="1800" b="1" dirty="0" err="1"/>
              <a:t>Langflow</a:t>
            </a:r>
            <a:r>
              <a:rPr lang="en-IN" sz="1800" b="1" dirty="0"/>
              <a:t>/Orchestrate, and IBM Granite Models</a:t>
            </a:r>
            <a:r>
              <a:rPr lang="en-IN" sz="1800" dirty="0"/>
              <a:t>, ensuring secure, scalable, and reliable deployment for large-scale power distribution companies.</a:t>
            </a:r>
            <a:endParaRPr lang="en-IN" dirty="0"/>
          </a:p>
        </p:txBody>
      </p:sp>
    </p:spTree>
    <p:extLst>
      <p:ext uri="{BB962C8B-B14F-4D97-AF65-F5344CB8AC3E}">
        <p14:creationId xmlns:p14="http://schemas.microsoft.com/office/powerpoint/2010/main" val="2325282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hlinkClick r:id="rId3"/>
            <a:extLst>
              <a:ext uri="{FF2B5EF4-FFF2-40B4-BE49-F238E27FC236}">
                <a16:creationId xmlns:a16="http://schemas.microsoft.com/office/drawing/2014/main" id="{3711AF54-94A6-B837-31EF-9A8C4ECB9AF6}"/>
              </a:ext>
            </a:extLst>
          </p:cNvPr>
          <p:cNvSpPr/>
          <p:nvPr/>
        </p:nvSpPr>
        <p:spPr>
          <a:xfrm>
            <a:off x="1282416" y="1044263"/>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hlinkClick r:id="rId4"/>
              </a:rPr>
              <a:t>https://github.com/gangurderitesh933-hue/Ritesh-Gangurde-.git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2000" b="1" dirty="0"/>
              <a:t>Future Scope</a:t>
            </a:r>
          </a:p>
          <a:p>
            <a:r>
              <a:rPr lang="en-IN" sz="2000" b="1" dirty="0"/>
              <a:t>1. Smart Meter &amp; IoT Integration</a:t>
            </a:r>
          </a:p>
          <a:p>
            <a:r>
              <a:rPr lang="en-IN" sz="2000" dirty="0"/>
              <a:t>The system can be integrated with </a:t>
            </a:r>
            <a:r>
              <a:rPr lang="en-IN" sz="2000" b="1" dirty="0"/>
              <a:t>smart meters and IoT-enabled energy monitoring devices</a:t>
            </a:r>
            <a:r>
              <a:rPr lang="en-IN" sz="2000" dirty="0"/>
              <a:t> to collect real-time electricity consumption data automatically. This will enable </a:t>
            </a:r>
            <a:r>
              <a:rPr lang="en-IN" sz="2000" b="1" dirty="0"/>
              <a:t>Volt Guard AI</a:t>
            </a:r>
            <a:r>
              <a:rPr lang="en-IN" sz="2000" dirty="0"/>
              <a:t> to continuously monitor usage patterns, instantly detect anomalies, and alert utility companies about potential electricity fraud without waiting for the monthly billing cycle.</a:t>
            </a:r>
          </a:p>
          <a:p>
            <a:r>
              <a:rPr lang="en-IN" sz="2000" b="1" dirty="0"/>
              <a:t>2. Predictive Analytics &amp; GIS-Based Monitoring</a:t>
            </a:r>
          </a:p>
          <a:p>
            <a:r>
              <a:rPr lang="en-IN" sz="2000" dirty="0"/>
              <a:t>The solution can be enhanced with </a:t>
            </a:r>
            <a:r>
              <a:rPr lang="en-IN" sz="2000" b="1" dirty="0"/>
              <a:t>predictive analytics and GIS (Geographic Information System) integration</a:t>
            </a:r>
            <a:r>
              <a:rPr lang="en-IN" sz="2000" dirty="0"/>
              <a:t> to identify high-risk areas and forecast potential fraud trends. By </a:t>
            </a:r>
            <a:r>
              <a:rPr lang="en-IN" sz="2000" dirty="0" err="1"/>
              <a:t>analyzing</a:t>
            </a:r>
            <a:r>
              <a:rPr lang="en-IN" sz="2000" dirty="0"/>
              <a:t> historical billing data, regional consumption patterns, and geographical information, the AI can help power distribution companies prioritize inspections, optimize resource allocation, and prevent revenue losses more effectively.</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44EDFA8D-BF35-A60B-56E1-C4527C760B61}"/>
              </a:ext>
            </a:extLst>
          </p:cNvPr>
          <p:cNvPicPr>
            <a:picLocks noChangeAspect="1"/>
          </p:cNvPicPr>
          <p:nvPr/>
        </p:nvPicPr>
        <p:blipFill>
          <a:blip r:embed="rId2"/>
          <a:stretch>
            <a:fillRect/>
          </a:stretch>
        </p:blipFill>
        <p:spPr>
          <a:xfrm>
            <a:off x="1491916" y="1695962"/>
            <a:ext cx="8486273" cy="4954658"/>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8" name="Picture 7">
            <a:extLst>
              <a:ext uri="{FF2B5EF4-FFF2-40B4-BE49-F238E27FC236}">
                <a16:creationId xmlns:a16="http://schemas.microsoft.com/office/drawing/2014/main" id="{0BA0A885-138A-6696-C925-37EC51BB73B4}"/>
              </a:ext>
            </a:extLst>
          </p:cNvPr>
          <p:cNvPicPr>
            <a:picLocks noChangeAspect="1"/>
          </p:cNvPicPr>
          <p:nvPr/>
        </p:nvPicPr>
        <p:blipFill>
          <a:blip r:embed="rId2"/>
          <a:stretch>
            <a:fillRect/>
          </a:stretch>
        </p:blipFill>
        <p:spPr>
          <a:xfrm>
            <a:off x="2790825" y="971549"/>
            <a:ext cx="7410012" cy="5509461"/>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 name="Picture 2">
            <a:extLst>
              <a:ext uri="{FF2B5EF4-FFF2-40B4-BE49-F238E27FC236}">
                <a16:creationId xmlns:a16="http://schemas.microsoft.com/office/drawing/2014/main" id="{A47B0879-2444-14DB-CA23-DCB1DB946593}"/>
              </a:ext>
            </a:extLst>
          </p:cNvPr>
          <p:cNvPicPr>
            <a:picLocks noChangeAspect="1"/>
          </p:cNvPicPr>
          <p:nvPr/>
        </p:nvPicPr>
        <p:blipFill>
          <a:blip r:embed="rId3"/>
          <a:stretch>
            <a:fillRect/>
          </a:stretch>
        </p:blipFill>
        <p:spPr>
          <a:xfrm>
            <a:off x="1357312" y="452437"/>
            <a:ext cx="9477375" cy="5953125"/>
          </a:xfrm>
          <a:prstGeom prst="rect">
            <a:avLst/>
          </a:prstGeom>
        </p:spPr>
      </p:pic>
    </p:spTree>
    <p:extLst>
      <p:ext uri="{BB962C8B-B14F-4D97-AF65-F5344CB8AC3E}">
        <p14:creationId xmlns:p14="http://schemas.microsoft.com/office/powerpoint/2010/main" val="1440137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a:extLst>
            <a:ext uri="{FF2B5EF4-FFF2-40B4-BE49-F238E27FC236}">
              <a16:creationId xmlns:a16="http://schemas.microsoft.com/office/drawing/2014/main" id="{A87FA7E8-86FB-6E82-70DA-B74F3F785C37}"/>
            </a:ext>
          </a:extLst>
        </p:cNvPr>
        <p:cNvGrpSpPr/>
        <p:nvPr/>
      </p:nvGrpSpPr>
      <p:grpSpPr>
        <a:xfrm>
          <a:off x="0" y="0"/>
          <a:ext cx="0" cy="0"/>
          <a:chOff x="0" y="0"/>
          <a:chExt cx="0" cy="0"/>
        </a:xfrm>
      </p:grpSpPr>
      <p:pic>
        <p:nvPicPr>
          <p:cNvPr id="310" name="Google Shape;310;p20">
            <a:extLst>
              <a:ext uri="{FF2B5EF4-FFF2-40B4-BE49-F238E27FC236}">
                <a16:creationId xmlns:a16="http://schemas.microsoft.com/office/drawing/2014/main" id="{86C7E8A2-2A9E-27ED-A47F-18FB35961E45}"/>
              </a:ext>
            </a:extLst>
          </p:cNvPr>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243130349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475</TotalTime>
  <Words>1493</Words>
  <Application>Microsoft Office PowerPoint</Application>
  <PresentationFormat>Widescreen</PresentationFormat>
  <Paragraphs>88</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Ritesh Gangurde</cp:lastModifiedBy>
  <cp:revision>2</cp:revision>
  <dcterms:created xsi:type="dcterms:W3CDTF">2025-07-08T05:06:56Z</dcterms:created>
  <dcterms:modified xsi:type="dcterms:W3CDTF">2026-07-29T17:40:13Z</dcterms:modified>
</cp:coreProperties>
</file>